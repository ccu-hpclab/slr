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61" r:id="rId5"/>
    <p:sldId id="260" r:id="rId6"/>
    <p:sldId id="258" r:id="rId7"/>
    <p:sldId id="259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9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\Desktop\&#26032;&#22686;%20Microsoft%20Excel%20&#24037;&#20316;&#3492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\Desktop\&#26032;&#22686;%20Microsoft%20Excel%20&#24037;&#20316;&#34920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 sz="1800" b="0" i="0" baseline="0">
                <a:effectLst/>
              </a:rPr>
              <a:t>mtrace</a:t>
            </a:r>
            <a:r>
              <a:rPr lang="zh-TW" altLang="zh-TW" sz="1800" b="0" i="0" baseline="0">
                <a:effectLst/>
              </a:rPr>
              <a:t>加速</a:t>
            </a:r>
            <a:endParaRPr lang="zh-TW" altLang="zh-TW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A78-4CD0-9DD3-7077335ECDAE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A78-4CD0-9DD3-7077335ECDAE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TW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3A78-4CD0-9DD3-7077335ECDAE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TW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3A78-4CD0-9DD3-7077335ECDA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工作表1!$A$6:$B$6</c:f>
              <c:numCache>
                <c:formatCode>General</c:formatCode>
                <c:ptCount val="2"/>
                <c:pt idx="0">
                  <c:v>100.14570000000001</c:v>
                </c:pt>
                <c:pt idx="1">
                  <c:v>58.171295702800002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A78-4CD0-9DD3-7077335ECD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77961328"/>
        <c:axId val="1379216864"/>
      </c:barChart>
      <c:catAx>
        <c:axId val="1377961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379216864"/>
        <c:crosses val="autoZero"/>
        <c:auto val="1"/>
        <c:lblAlgn val="ctr"/>
        <c:lblOffset val="100"/>
        <c:noMultiLvlLbl val="0"/>
      </c:catAx>
      <c:valAx>
        <c:axId val="1379216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377961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TW"/>
              <a:t>mtrace</a:t>
            </a:r>
            <a:r>
              <a:rPr lang="zh-TW" altLang="en-US"/>
              <a:t>加速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78F-47B8-B05A-98A5B548F6F4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78F-47B8-B05A-98A5B548F6F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30D67A21-D11D-4DC2-A79F-7145AB60A297}" type="VALUE">
                      <a:rPr lang="en-US" altLang="zh-TW" sz="2400" b="1"/>
                      <a:pPr/>
                      <a:t>[值]</a:t>
                    </a:fld>
                    <a:endParaRPr lang="zh-TW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78F-47B8-B05A-98A5B548F6F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48D0263-BDA2-4817-B2A3-1F14A351EA2C}" type="VALUE">
                      <a:rPr lang="en-US" altLang="zh-TW" sz="2400" b="1"/>
                      <a:pPr/>
                      <a:t>[值]</a:t>
                    </a:fld>
                    <a:endParaRPr lang="zh-TW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A78F-47B8-B05A-98A5B548F6F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272EB5B5-7712-4C1A-819A-3831EC8EE2A0}" type="VALUE">
                      <a:rPr lang="en-US" altLang="zh-TW" sz="2400" b="1"/>
                      <a:pPr/>
                      <a:t>[值]</a:t>
                    </a:fld>
                    <a:endParaRPr lang="zh-TW" alt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A78F-47B8-B05A-98A5B548F6F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工作表1!$A$6:$C$6</c:f>
              <c:numCache>
                <c:formatCode>General</c:formatCode>
                <c:ptCount val="3"/>
                <c:pt idx="0">
                  <c:v>100.14570000000001</c:v>
                </c:pt>
                <c:pt idx="1">
                  <c:v>58.171295702800002</c:v>
                </c:pt>
                <c:pt idx="2">
                  <c:v>17.456800304399998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78F-47B8-B05A-98A5B548F6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77752000"/>
        <c:axId val="1523679168"/>
      </c:barChart>
      <c:catAx>
        <c:axId val="1377752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523679168"/>
        <c:crosses val="autoZero"/>
        <c:auto val="1"/>
        <c:lblAlgn val="ctr"/>
        <c:lblOffset val="100"/>
        <c:noMultiLvlLbl val="0"/>
      </c:catAx>
      <c:valAx>
        <c:axId val="15236791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377752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2948A3-27E4-4451-AE0C-CE23D4000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DDC463D-9C66-46D1-85A4-EB4E9DC88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A3B9EC-8397-4F05-8175-E82C88D0C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8B611-584B-4273-AB65-25F8654804EC}" type="datetimeFigureOut">
              <a:rPr lang="zh-TW" altLang="en-US" smtClean="0"/>
              <a:t>2021/8/3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2C6E10-65BE-478B-86D9-408931BED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4E6051-FEB0-4437-830B-744B17B35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93E0-AF52-40E3-9D1F-E47D153EA8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4744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508EE3-F5DE-4761-8AD1-00A5E51D1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F01355-9C28-4F93-AF67-C12479869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857A2B-37EF-4037-B1FA-8FA70D99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8B611-584B-4273-AB65-25F8654804EC}" type="datetimeFigureOut">
              <a:rPr lang="zh-TW" altLang="en-US" smtClean="0"/>
              <a:t>2021/8/3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D63F858-FEF0-4142-94EC-FD0B590E3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0632DF-8635-42AD-A795-13243069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93E0-AF52-40E3-9D1F-E47D153EA8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4858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51B4C0-5CBF-4FF5-8D0B-7C462EA66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CF46E55-EA71-4CA9-83DF-80D27FB0F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465F18-41F6-437A-9265-A74E15BB8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8B611-584B-4273-AB65-25F8654804EC}" type="datetimeFigureOut">
              <a:rPr lang="zh-TW" altLang="en-US" smtClean="0"/>
              <a:t>2021/8/3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A7641D-D921-4665-B898-25DB2EC4B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B7C2ECA-C0D3-46A2-8EF7-9E0725753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93E0-AF52-40E3-9D1F-E47D153EA8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86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F11016-0F18-4E01-827C-7F3B37793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C56E47-DBBC-460C-A8C2-C02E67FBEC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ECA574F-B220-4F8F-8CDB-D96ED0DE1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B7094DC-D229-40F6-9D76-20175F197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8B611-584B-4273-AB65-25F8654804EC}" type="datetimeFigureOut">
              <a:rPr lang="zh-TW" altLang="en-US" smtClean="0"/>
              <a:t>2021/8/3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70B75A7-1E57-49FD-8D95-0E51AF0B9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819B792-DEE2-4A8E-835B-C6D0A437D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93E0-AF52-40E3-9D1F-E47D153EA8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9265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73FA2-8DA2-409A-82F1-FE5B969DF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9074652-3AF0-4154-A582-55C2322DA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901186A-B18E-4D7F-BBFB-6867BB13B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5C15322-3DFC-4B33-BA73-1C0F33E67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301026E-E3E1-48D8-8663-C0C0BBFFE2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EEAC5B9-CF03-47ED-B33C-30AAEAD4C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8B611-584B-4273-AB65-25F8654804EC}" type="datetimeFigureOut">
              <a:rPr lang="zh-TW" altLang="en-US" smtClean="0"/>
              <a:t>2021/8/3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4E4E3DA-2FF4-4150-974D-6248C7D3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AA44D43-D930-4D2D-943E-1E6A54116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93E0-AF52-40E3-9D1F-E47D153EA8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739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DD6705-EDA1-413B-B2A8-E75EB7C16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7B54951-495A-4F4B-8D94-8A3BE8C72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8B611-584B-4273-AB65-25F8654804EC}" type="datetimeFigureOut">
              <a:rPr lang="zh-TW" altLang="en-US" smtClean="0"/>
              <a:t>2021/8/3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3E43FA8-6710-4563-B7EB-C206BFB11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762DBC9-7210-4E38-9D55-045826A51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93E0-AF52-40E3-9D1F-E47D153EA8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6586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63DE30A-A1CF-4381-99D4-8A1C4B41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8B611-584B-4273-AB65-25F8654804EC}" type="datetimeFigureOut">
              <a:rPr lang="zh-TW" altLang="en-US" smtClean="0"/>
              <a:t>2021/8/3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01DEA5A-5A3A-4B0E-AFA1-A29659BC7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30621B-9072-4630-BE24-FCE0DE505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93E0-AF52-40E3-9D1F-E47D153EA8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6325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E7188A-7EB3-46DD-A758-99FB03EE2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94F308-A5F9-4082-9A03-D4B46B792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5B135CD-8796-400D-A7C7-9717784FF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D992EE-269A-42E1-8F64-B1300060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8B611-584B-4273-AB65-25F8654804EC}" type="datetimeFigureOut">
              <a:rPr lang="zh-TW" altLang="en-US" smtClean="0"/>
              <a:t>2021/8/3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BB50AF-0432-45CC-9AC2-C19C867B0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AC9847D-CF8A-4CB2-AD66-01313C2D2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93E0-AF52-40E3-9D1F-E47D153EA8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2355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07719C-47D4-4352-BBC7-C7F0CDDA4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59F510B-1286-4804-A4AD-C31F5EB81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99704E7-BB65-4165-9883-0DB1D9CD9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A75063F-2FB5-441F-ACD7-96ADC288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8B611-584B-4273-AB65-25F8654804EC}" type="datetimeFigureOut">
              <a:rPr lang="zh-TW" altLang="en-US" smtClean="0"/>
              <a:t>2021/8/3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09AAD71-4333-4F0B-A4FD-618618462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19FFFB-21A4-428F-99F4-E2178C804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93E0-AF52-40E3-9D1F-E47D153EA8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1305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A9F797-A533-4EDC-9221-8299E0564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3FB1B8A-7F89-42EA-B7F8-5ACBB2F5E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3BF6F0-8744-4C72-820E-AF5BF68BB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8B611-584B-4273-AB65-25F8654804EC}" type="datetimeFigureOut">
              <a:rPr lang="zh-TW" altLang="en-US" smtClean="0"/>
              <a:t>2021/8/3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B2CC9E-617F-4A75-B70B-8A43376D9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B233D0-F6D3-4032-A0B6-F5CF37A1B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93E0-AF52-40E3-9D1F-E47D153EA8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0981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F044FF2-01D7-41BD-AE57-44D3B109D1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150C52B-0798-4871-8860-E49E06CE0D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8364D2-8DE7-4993-BD1A-47A518501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8B611-584B-4273-AB65-25F8654804EC}" type="datetimeFigureOut">
              <a:rPr lang="zh-TW" altLang="en-US" smtClean="0"/>
              <a:t>2021/8/3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B599BB-E7CB-4F15-94D7-06812BF1D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26DA8A-20C7-4D29-B523-D7E9D438B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593E0-AF52-40E3-9D1F-E47D153EA8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5687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D8FAA71-E3D1-4955-9BAC-2A76F78EF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090CD5D-0235-4FDA-8E20-B0297022A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E0C11D-332C-49DE-83DD-451E2FD2E0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8B611-584B-4273-AB65-25F8654804EC}" type="datetimeFigureOut">
              <a:rPr lang="zh-TW" altLang="en-US" smtClean="0"/>
              <a:t>2021/8/3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9A0E8A-47D9-49D9-914A-4BFFF6F385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725D35E-FF96-43E6-8574-B336115E0B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593E0-AF52-40E3-9D1F-E47D153EA8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6701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8A81DA-5514-4B59-8F89-22BB5DB4F1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4DE56C3-9FE9-4045-9C56-225EAB2975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2666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481708-9B5C-44A7-9062-2DA1AC1A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MiBench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CA22C6-7F63-4A12-B88C-68B196D98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altLang="zh-TW" dirty="0" err="1"/>
              <a:t>MiBench</a:t>
            </a:r>
            <a:r>
              <a:rPr lang="en-US" altLang="zh-TW" dirty="0"/>
              <a:t>-----------&gt;</a:t>
            </a:r>
            <a:r>
              <a:rPr lang="en-US" altLang="zh-TW" dirty="0" err="1"/>
              <a:t>dijkstra_large.c</a:t>
            </a:r>
            <a:endParaRPr lang="en-US" altLang="zh-TW" dirty="0"/>
          </a:p>
          <a:p>
            <a:r>
              <a:rPr lang="en-US" altLang="zh-TW" dirty="0" err="1"/>
              <a:t>MiBench</a:t>
            </a:r>
            <a:r>
              <a:rPr lang="en-US" altLang="zh-TW" dirty="0"/>
              <a:t>-----------&gt;</a:t>
            </a:r>
            <a:r>
              <a:rPr lang="en-US" altLang="zh-TW" dirty="0" err="1"/>
              <a:t>fft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6439F9E-940B-4599-8267-45139A60C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839" y="3084621"/>
            <a:ext cx="10144321" cy="243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016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575A40-07FA-486C-B87D-8DBBAD517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tr_where</a:t>
            </a:r>
            <a:endParaRPr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70B41036-6888-426C-B313-C9DA987AA0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94193" y="1994909"/>
            <a:ext cx="5495925" cy="37338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75B0AB6-A10E-4429-93B4-833B0498B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" y="1876425"/>
            <a:ext cx="601027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20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2E714A-F49C-4943-905E-02042884B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tr_where</a:t>
            </a:r>
            <a:endParaRPr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62BC1B1C-C586-4FB2-B7F4-23A9EFB81B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794504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46839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683EA9-B24E-43A6-9688-2977C61B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7158D3-9D11-4986-93F2-3A8F78FB3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DD1179E-8F44-48FB-8B2C-8EF9E48BF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95375"/>
            <a:ext cx="9348024" cy="581183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B767B027-3B36-46D0-8CBF-F49953EB5C4D}"/>
              </a:ext>
            </a:extLst>
          </p:cNvPr>
          <p:cNvSpPr/>
          <p:nvPr/>
        </p:nvSpPr>
        <p:spPr>
          <a:xfrm>
            <a:off x="1394847" y="5762625"/>
            <a:ext cx="2727701" cy="2197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1971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702B11-29DC-421B-991D-CEBEE0218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762A3D-8F0C-4D56-8CA5-96CC96147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aphicFrame>
        <p:nvGraphicFramePr>
          <p:cNvPr id="4" name="圖表 3">
            <a:extLst>
              <a:ext uri="{FF2B5EF4-FFF2-40B4-BE49-F238E27FC236}">
                <a16:creationId xmlns:a16="http://schemas.microsoft.com/office/drawing/2014/main" id="{2AE4CCC0-295D-43BA-BA18-F49A41414F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6044818"/>
              </p:ext>
            </p:extLst>
          </p:nvPr>
        </p:nvGraphicFramePr>
        <p:xfrm>
          <a:off x="1587304" y="1822450"/>
          <a:ext cx="9017391" cy="49268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30218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CFD7B6-BBBA-4D08-8F5D-76B137D5E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B4D9C2-0D56-43A5-B0B5-5FCE88CA5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6376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24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新細明體</vt:lpstr>
      <vt:lpstr>Arial</vt:lpstr>
      <vt:lpstr>Calibri</vt:lpstr>
      <vt:lpstr>Calibri Light</vt:lpstr>
      <vt:lpstr>Office 佈景主題</vt:lpstr>
      <vt:lpstr>PowerPoint 簡報</vt:lpstr>
      <vt:lpstr>MiBench</vt:lpstr>
      <vt:lpstr>tr_where</vt:lpstr>
      <vt:lpstr>tr_where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1</dc:creator>
  <cp:lastModifiedBy>1</cp:lastModifiedBy>
  <cp:revision>4</cp:revision>
  <dcterms:created xsi:type="dcterms:W3CDTF">2021-08-03T14:26:32Z</dcterms:created>
  <dcterms:modified xsi:type="dcterms:W3CDTF">2021-08-03T14:39:05Z</dcterms:modified>
</cp:coreProperties>
</file>